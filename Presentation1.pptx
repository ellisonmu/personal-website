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3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29"/>
    <p:restoredTop sz="94278"/>
  </p:normalViewPr>
  <p:slideViewPr>
    <p:cSldViewPr snapToGrid="0">
      <p:cViewPr>
        <p:scale>
          <a:sx n="102" d="100"/>
          <a:sy n="102" d="100"/>
        </p:scale>
        <p:origin x="-33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D54BF-0D12-7543-9B98-2985244F7251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67E73-9C34-FC43-8E2F-96F7D175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5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A9724-EE97-2DFF-BF7A-0864016F6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DD404-5389-2A2D-199D-C14003CC8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CBCAB-F389-3F67-777F-DDF9AEFB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B1D5E-4DD1-A7B1-599D-1EBFBCAB4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9FD4B-6483-53B9-976F-B7942106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41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368-17AD-7770-B384-20FBFF4C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10028-E641-C721-418B-3AFE5ACF6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E6192-A620-2786-3E76-56C845CA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29CC1-3C30-B3A0-FF22-C6F5E58F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942BE-C132-7C10-DF33-89561A61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5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EEB3-B706-65E7-5DB4-0CA860215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464C5-B3DB-827F-69ED-B1F576B41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E3B52-60A7-0D2D-DEDB-60B06199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86A11-98F3-0C3A-41AA-D1E5A549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F71C1-9348-7F3F-A0FC-E245F3D3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06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A107-308E-2988-65CD-A3094B89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D42C4-2F96-12D8-6F2B-9A8823F632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43EC6-4518-70E7-0665-C03BDEA94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DE7E4-F766-08E6-CE5B-675DB0A9F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FD2BE-688D-5579-8BCF-DC76B7244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479E4-9D85-C9DA-8DFC-6F23C0AC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6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B6608-CCBE-954C-FA85-3816ED1E9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C50C9-E8EC-1E95-4528-9CB4CD754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E7ABE-C54F-B70F-D459-E86AB26E4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CC388-5218-F08F-BDBE-5B82A8521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7BB5C-E069-6D78-7AEC-1699B026C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7FF77E-B7BA-40A9-247B-AF65FE92D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B15AE-572A-CACA-BDA5-AA9BAAE67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71942-426A-53C3-5534-266C2B02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9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E2AAC-E05B-11E8-8AF9-A12CE728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7EF28-6FEB-BA00-1159-CF632871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9C82B-A2A1-D478-5BA0-A908A281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1A6BF-89E3-462F-7A61-6A556791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6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A83025-4627-BD04-333A-3E5BC6A8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954972-6CC7-4052-C4B5-8916A82F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F4A01-8536-3FBD-6DF0-88498459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09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AFE2-E45A-FE17-A914-AE47DD5D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A1D6-679C-7075-6DBD-D4BDFF0C2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ED31E-A088-AC96-5340-1FB2D28F1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D594B-195D-DF3F-BB50-35A9FD784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372CB-7F9A-28C6-B569-A0D3DBDAA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317DF-D97F-04EE-0A3C-9259D799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77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08B42-1C0A-5389-854E-0F9ABCE8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420D9-4368-AA7F-88B7-46F8B9BF6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168A5-4257-A419-EA94-76F48EDF7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98B2-9179-42B7-5EA4-A91E3870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F41EF-33D9-2A56-CB1C-DC75DA07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FE3B-E9C5-00AB-73CE-242D1B36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9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44BC-4930-D262-E705-0F62620CE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DE72D-46CB-96D8-9E6B-DAD1090DC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80E62-48B6-0FF6-83D9-E053B0D1C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1F5CE-D348-74A4-5E82-0669E817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F5382-B02C-2ECD-029C-FC7E3A48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2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57B787-9D46-01F5-2EBC-DAFE1C382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29AAD-B195-A964-A640-F5F7B4199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A8DBB-991A-37BE-08DD-2149777E7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87B07-B42A-73BE-E05C-7249F3F22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83D1B-7D10-FD18-9D83-07E58A49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44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5AE63-5C12-5F45-EEE2-17793949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D879A-20AF-27CC-4608-2C8B8EB4D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45F6E-E9BC-7B09-7142-8764CB200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5C3CF-DA2B-364B-B93E-7E294B133DA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18964-01C0-35C1-6E73-AD772F648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91C49-99FC-5C0B-DF87-5C537B7EF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18B4A-F624-264D-BD4F-FF0E9E98F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5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10584-2370-7958-F9D5-D77683D578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927DD-7592-F6B0-FA12-EF89F36F14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A Low-Complexity Speech Codec</a:t>
            </a:r>
            <a:br>
              <a:rPr lang="en-US" sz="2400" dirty="0"/>
            </a:br>
            <a:r>
              <a:rPr lang="en-US" sz="2400" dirty="0"/>
              <a:t>Using Parametric Dithering for ASR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435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6BBDD-56FE-74CA-E8C7-D209EEBB8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Variables/Terms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C0FFD8-CE16-A036-5B62-2FF61B1A5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numCol="2"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: Dither control parameter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dirty="0"/>
                  <a:t>: Quantization step size.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: Shannon’s Entropy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: The Huffman coding length</a:t>
                </a:r>
              </a:p>
              <a:p>
                <a:pPr marL="0" indent="0">
                  <a:buNone/>
                </a:pPr>
                <a:r>
                  <a:rPr lang="en-US" dirty="0"/>
                  <a:t>CER: The Character Error Rate</a:t>
                </a:r>
              </a:p>
              <a:p>
                <a:pPr marL="0" indent="0">
                  <a:buNone/>
                </a:pPr>
                <a:r>
                  <a:rPr lang="en-US" dirty="0"/>
                  <a:t>ASR: Automatic Speech Recognition</a:t>
                </a:r>
              </a:p>
              <a:p>
                <a:pPr marL="0" indent="0">
                  <a:buNone/>
                </a:pPr>
                <a:r>
                  <a:rPr lang="en-US" dirty="0"/>
                  <a:t>MSE: Mean Squared Error</a:t>
                </a:r>
              </a:p>
              <a:p>
                <a:pPr marL="0" indent="0">
                  <a:buNone/>
                </a:pPr>
                <a:r>
                  <a:rPr lang="en-US" dirty="0"/>
                  <a:t>ACF: Autocorrelation Vector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: Input signal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 Dither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en-US" dirty="0"/>
                  <a:t>: Mid-rise uniform quantization function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: Dithers one and two. 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C0FFD8-CE16-A036-5B62-2FF61B1A5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812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1D80-755F-49E8-C744-BAD21C9E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A8FD68-3396-99D0-5DE2-B42B3F36A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6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77</Words>
  <Application>Microsoft Macintosh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POSTER</vt:lpstr>
      <vt:lpstr>Variables/Terms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Ellison Murray</dc:creator>
  <cp:lastModifiedBy>Ellison Murray</cp:lastModifiedBy>
  <cp:revision>2</cp:revision>
  <dcterms:created xsi:type="dcterms:W3CDTF">2026-03-05T17:36:25Z</dcterms:created>
  <dcterms:modified xsi:type="dcterms:W3CDTF">2026-03-07T04:14:24Z</dcterms:modified>
</cp:coreProperties>
</file>